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Market Screener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Machine Learning and Streamlit</a:t>
            </a:r>
          </a:p>
          <a:p>
            <a:r>
              <a:t>By Meet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efficient Machine Learning model to predict future values of financial stocks.</a:t>
            </a:r>
          </a:p>
          <a:p>
            <a:pPr/>
            <a:r>
              <a:t>Assist retail investors using a third-party web app developed with Streamlit.</a:t>
            </a:r>
          </a:p>
          <a:p>
            <a:pPr/>
            <a:r>
              <a:t>Provide critical features including fundamental information, technical indicators, screeners, and pattern recognition.</a:t>
            </a:r>
          </a:p>
          <a:p>
            <a:pPr/>
            <a:r>
              <a:t>Integrate historical data and visualize it dynamically.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>
            <a:pPr/>
            <a:r>
              <a:t>Machine Learning Packages: Scikit-learn, Pandas, Numpy, Tensorflow, Keras</a:t>
            </a:r>
          </a:p>
          <a:p>
            <a:pPr/>
            <a:r>
              <a:t>Data Visualization: Matplotlib, Plotly</a:t>
            </a:r>
          </a:p>
          <a:p>
            <a:pPr/>
            <a:r>
              <a:t>Technical Indicators: FinTA, TALib</a:t>
            </a:r>
          </a:p>
          <a:p>
            <a:pPr/>
            <a:r>
              <a:t>Data Retrieval: yfinance (OHLC data)</a:t>
            </a:r>
          </a:p>
          <a:p>
            <a:pPr/>
            <a:r>
              <a:t>Web App Framework: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Trained: Moving Average, K-Nearest Neighbors, Linear Regression, LSTM.</a:t>
            </a:r>
          </a:p>
          <a:p>
            <a:pPr/>
            <a:r>
              <a:t>Tested on: Large Cap (TCS), Mid Cap (Tata Motors), Small Cap (Trident).</a:t>
            </a:r>
          </a:p>
          <a:p>
            <a:pPr/>
            <a:r>
              <a:t>Evaluation Metric: Root Mean Square Error (RMSE).</a:t>
            </a:r>
          </a:p>
          <a:p>
            <a:pPr/>
            <a:r>
              <a:t>Result: LSTM performed incredibly well with the lowest error rates across all capitalization tiers.</a:t>
            </a:r>
          </a:p>
          <a:p>
            <a:pPr/>
            <a:r>
              <a:t>Conclusion: Deployed LSTM as the primary prediction module in the final Web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Overview</a:t>
            </a:r>
          </a:p>
        </p:txBody>
      </p:sp>
      <p:pic>
        <p:nvPicPr>
          <p:cNvPr id="3" name="Picture 2" descr="Screenshot (18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73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Summary: The interactive dashboard home interface showing real-time selection of stock symbols.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Information Module</a:t>
            </a:r>
          </a:p>
        </p:txBody>
      </p:sp>
      <p:pic>
        <p:nvPicPr>
          <p:cNvPr id="3" name="Picture 2" descr="Screenshot (19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58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Summary: Detailed historical prices, balance sheet, financials, and company fundamentals visually presented.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Indicators Analysis</a:t>
            </a:r>
          </a:p>
        </p:txBody>
      </p:sp>
      <p:pic>
        <p:nvPicPr>
          <p:cNvPr id="3" name="Picture 2" descr="Screenshot (2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067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Summary: Interactive charts plotting crucial technical indicators like Moving Averages, RSI, MACD, and Bollinger Bands.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Screener</a:t>
            </a:r>
          </a:p>
        </p:txBody>
      </p:sp>
      <p:pic>
        <p:nvPicPr>
          <p:cNvPr id="3" name="Picture 2" descr="Screenshot (2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80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Summary: Filtering parameters like 52-week highs/lows and RSI to strategically screen and select winning stocks.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Recognition System</a:t>
            </a:r>
          </a:p>
        </p:txBody>
      </p:sp>
      <p:pic>
        <p:nvPicPr>
          <p:cNvPr id="3" name="Picture 2" descr="Screenshot (2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Summary: Automated detection of Japanese candlestick patterns, offering bullish or bearish signals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Next-Day Price Forecasting</a:t>
            </a:r>
          </a:p>
        </p:txBody>
      </p:sp>
      <p:pic>
        <p:nvPicPr>
          <p:cNvPr id="3" name="Picture 2" descr="tcs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714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Summary: Displaying our LSTM Deep Learning model's actual vs predicted prices on large tech stocks like TCS.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 Stock market volatility makes extremely precise absolute prediction challenging. Physical, psychological, and irrational market behavior factors persist.</a:t>
            </a:r>
          </a:p>
          <a:p>
            <a:pPr/>
            <a:r>
              <a:t>Future Scope: Expansion of prediction horizons. Currently focusing on the 1-day timeframe; future versions can accommodate intra-day (minutes) and weekly/monthly timeframes.</a:t>
            </a:r>
          </a:p>
          <a:p>
            <a:pPr/>
            <a:r>
              <a:t>Future Scope: Continual model hyperparameter tuning and integration of natural language sentiment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